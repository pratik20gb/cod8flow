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FlowBoard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YouTube + X</a:t>
            </a:r>
            <a:endParaRPr lang="en-US" sz="3200" dirty="0"/>
          </a:p>
          <a:p>
            <a:pPr indent="0" marL="0">
              <a:buNone/>
            </a:pPr>
            <a:r>
              <a:rPr lang="en-US" sz="32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Strategy Guide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title, description, thumbnail, script, X post &amp; roadmap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turning this Java full-stack project into a content engine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202A"/>
                </a:solidFill>
              </a:rPr>
              <a:t>Positioning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09728" cy="34747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05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</a:rPr>
              <a:t>Core Promise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"The honest, production-grade journey of building a real Jira clone from scratch in modern Java."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</a:rPr>
              <a:t>Key Angles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• Build-in-public (show the bugs)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• Industry-grade patterns, not toy CRUD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• Full-stack (Java 21 + Spring Boot + React + TS)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• Clear phase-based roadmap (your README is perfect)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202A"/>
                </a:solidFill>
              </a:rPr>
              <a:t>Content Pillars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548640"/>
          </a:xfrm>
          <a:prstGeom prst="roundRect">
            <a:avLst>
              <a:gd name="adj" fmla="val 8333"/>
            </a:avLst>
          </a:prstGeom>
          <a:solidFill>
            <a:srgbClr val="F0FDF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7899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Main Build Series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931920" y="107899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Numbered long-form episodes following your 7 phases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82296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1907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Technical Deep Dives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931920" y="171907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JWT, Security, Domain Modeling, Caching, Kafka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8229600" cy="548640"/>
          </a:xfrm>
          <a:prstGeom prst="roundRect">
            <a:avLst>
              <a:gd name="adj" fmla="val 8333"/>
            </a:avLst>
          </a:prstGeom>
          <a:solidFill>
            <a:srgbClr val="F0FDF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5915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Honest Journey &amp; Bugs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931920" y="235915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Highest retention &amp; comments. Gold for authenticity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82296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99923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Full-Stack Integration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31920" y="299923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Connect Spring Boot APIs to the React frontend live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8229600" cy="548640"/>
          </a:xfrm>
          <a:prstGeom prst="roundRect">
            <a:avLst>
              <a:gd name="adj" fmla="val 8333"/>
            </a:avLst>
          </a:prstGeom>
          <a:solidFill>
            <a:srgbClr val="F0FDF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63931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Production &amp; DevOps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931920" y="363931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Docker, Testing, CI/CD, Observability, Redis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4206240"/>
            <a:ext cx="82296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27939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Shorts + Livestreams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931920" y="427939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Reach + community. Quick tips and building live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02A"/>
                </a:solidFill>
              </a:rPr>
              <a:t>Proven Title Formulas &amp; Examples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Front-load the keyword. Add year or "From Scratch". Promise a result.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02A"/>
                </a:solidFill>
              </a:rPr>
              <a:t>1. Spring Boot 3 + Spring Security 6: Complete JWT Authentication with Refresh Tokens (2026)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774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02A"/>
                </a:solidFill>
              </a:rPr>
              <a:t>2. I Shipped a Broken JWT Filter in Spring Boot — Here's How I Fixed It Live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2004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02A"/>
                </a:solidFill>
              </a:rPr>
              <a:t>3. Spring Boot + React Full Stack: Project Setup, Docker, Flyway &amp; Health Endpoint (2026)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0233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02A"/>
                </a:solidFill>
              </a:rPr>
              <a:t>4. Building a Real Jira Clone in Java 21 + Spring Boot + React — From Scratch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02A"/>
                </a:solidFill>
              </a:rPr>
              <a:t>Thumbnail Design System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Formula for maximum CTR on coding content: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✓  Background: Dark code screenshot or your grid asset (slightly blurred)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✓  Big bold readable text (white + strong teal accent #0f766e)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✓  Small human face (you looking focused or surprised for bug videos)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✓  Project badge or result indicator ("Part 3", "Fixed", "2026")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✓  FlowBoard logo/icon in corner for brand consistency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F766E"/>
                </a:solidFill>
              </a:rPr>
              <a:t>Generated thumbnails are in /docs/thumbnails (use 1.jpg–4.jpg as starting points)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02A"/>
                </a:solidFill>
              </a:rPr>
              <a:t>X (Twitter) Promotion System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Cadence: 5–7 posts/week • 1–2 threads • Daily clips during active building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Winning Post Types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→ Progress screenshot + honest text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→ Technical thread (7-12 tweets)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→ Poll on a real decision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→ 60-90s clip from the video + link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Always use #buildinpublic + 2-3 tech tags. Pin your best thread.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02A"/>
                </a:solidFill>
              </a:rPr>
              <a:t>Content Roadmap by Phase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0700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</a:rPr>
              <a:t>Phase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377440" y="120700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766E"/>
                </a:solidFill>
              </a:rPr>
              <a:t>✅ Done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840480" y="12070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Kickoff + Setup + Docker + Health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FEF3C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9280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</a:rPr>
              <a:t>Phase 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377440" y="189280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766E"/>
                </a:solidFill>
              </a:rPr>
              <a:t>🔥 Now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40480" y="18928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JWT series (3 videos) + Bug fix special + Frontend connect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7860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</a:rPr>
              <a:t>Phase 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377440" y="257860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766E"/>
                </a:solidFill>
              </a:rPr>
              <a:t>Next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840480" y="25786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Workspaces, Boards, Tasks domain + APIs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6440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</a:rPr>
              <a:t>Phase 4-5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377440" y="326440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766E"/>
                </a:solidFill>
              </a:rPr>
              <a:t>Later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840480" y="32644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Redis, S3, Kafka events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95020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</a:rPr>
              <a:t>Phase 6-7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377440" y="395020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766E"/>
                </a:solidFill>
              </a:rPr>
              <a:t>Later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840480" y="39502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Testing, CI/CD, Grafana, full frontend polish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2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Immediate Action Plan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1. Use the working Auth code I just added (register / login / refresh now work)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2. Record the JWT video first (use script in docs/yt-scripts)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3. Post the bug fix story — it performs extremely well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4. Drop the thumbnails from docs/thumbnails into your video uploads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5. Use the generated .docx + .pptx as your content bible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02A"/>
                </a:solidFill>
              </a:rPr>
              <a:t>Everything Delivered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✅ Fixed + complete working backend auth (Controller, Service, Refresh tokens, fixes)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✅ 4 custom high-quality thumbnails in docs/thumbnails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✅ 3 full detailed video scripts (JWT, Bug Fix, Kickoff)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✅ This full strategy guide as polished .docx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✅ Companion slide deck (.pptx)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✅ Ready title/description/tag/X templates throughout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FlowBoard - Complete YouTube + X Content Strategy</dc:title>
  <dc:subject>Full content plan for the FlowBoard Java SaaS project</dc:subject>
  <dc:creator>FlowBoard Dev</dc:creator>
  <cp:lastModifiedBy>FlowBoard Dev</cp:lastModifiedBy>
  <cp:revision>1</cp:revision>
  <dcterms:created xsi:type="dcterms:W3CDTF">2026-06-13T08:42:10Z</dcterms:created>
  <dcterms:modified xsi:type="dcterms:W3CDTF">2026-06-13T08:42:10Z</dcterms:modified>
</cp:coreProperties>
</file>